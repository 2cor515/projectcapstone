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5" r:id="rId14"/>
    <p:sldId id="274" r:id="rId15"/>
    <p:sldId id="273" r:id="rId16"/>
    <p:sldId id="271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98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16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9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40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7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33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591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14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3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6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69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45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36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58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42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6646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52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48A721-3DEE-4A8A-8E5D-A083DCA5E7D6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9494FD-5A49-45D1-ADA4-5F148C16A9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189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03E4-7802-CF55-DC0E-EE32995EEC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Biometrics &amp; Cybersecurity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C6FA1C-97C4-0956-8BFB-E44B439A90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Enhancing Digital Protection Through Innovation</a:t>
            </a:r>
          </a:p>
          <a:p>
            <a:r>
              <a:rPr lang="en-US" sz="2400" dirty="0">
                <a:solidFill>
                  <a:schemeClr val="bg1"/>
                </a:solidFill>
              </a:rPr>
              <a:t>By </a:t>
            </a:r>
            <a:r>
              <a:rPr lang="en-US" sz="2400" dirty="0" smtClean="0">
                <a:solidFill>
                  <a:schemeClr val="bg1"/>
                </a:solidFill>
              </a:rPr>
              <a:t>TREVOR KIMATHI WAICHONGO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C025-01-1200/2019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 BSc. </a:t>
            </a:r>
            <a:r>
              <a:rPr lang="en-US" sz="2400" dirty="0" smtClean="0">
                <a:solidFill>
                  <a:schemeClr val="bg1"/>
                </a:solidFill>
              </a:rPr>
              <a:t>INFORMATION TECHNOLOGY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54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249CD-893E-77C0-83C0-5AF83E0C6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60CBB-EE7F-28DE-17FF-F97A5F51C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Rapid growth of digital systems</a:t>
            </a:r>
            <a:endParaRPr lang="en-US" sz="4400" dirty="0"/>
          </a:p>
          <a:p>
            <a:r>
              <a:rPr lang="en-US" sz="3200" dirty="0"/>
              <a:t>Rising cyber threats</a:t>
            </a:r>
          </a:p>
          <a:p>
            <a:r>
              <a:rPr lang="en-US" sz="3200" dirty="0"/>
              <a:t>Need for stronger authentication</a:t>
            </a:r>
            <a:br>
              <a:rPr lang="en-US" sz="3200" dirty="0"/>
            </a:br>
            <a:r>
              <a:rPr lang="en-US" sz="3200" b="1" dirty="0"/>
              <a:t>Solution </a:t>
            </a:r>
            <a:r>
              <a:rPr lang="en-US" sz="3200" b="1" dirty="0" smtClean="0"/>
              <a:t>- Biometric </a:t>
            </a:r>
            <a:r>
              <a:rPr lang="en-US" sz="3200" b="1" dirty="0"/>
              <a:t>Authentication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80097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570-15E9-3F49-6850-80F30F7EA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Biometrics?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1292B-1B8B-7C77-0B3E-ECB49160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Biometrics = Identification using:</a:t>
            </a:r>
          </a:p>
          <a:p>
            <a:r>
              <a:rPr lang="en-US" sz="2800" dirty="0"/>
              <a:t>Fingerprints</a:t>
            </a:r>
          </a:p>
          <a:p>
            <a:r>
              <a:rPr lang="en-US" sz="2800" dirty="0"/>
              <a:t>Face</a:t>
            </a:r>
          </a:p>
          <a:p>
            <a:r>
              <a:rPr lang="en-US" sz="2800" dirty="0"/>
              <a:t>Iris/retina</a:t>
            </a:r>
          </a:p>
          <a:p>
            <a:r>
              <a:rPr lang="en-US" sz="2800" dirty="0"/>
              <a:t>Voice</a:t>
            </a:r>
          </a:p>
          <a:p>
            <a:r>
              <a:rPr lang="en-US" sz="2800" dirty="0"/>
              <a:t>Behavioral patterns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11243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1790-34C6-27BC-DA2C-26815B9E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Cybersecurity?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3E053-EF78-8003-EB5C-C32B015B6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Cybersecurity = Protection of:</a:t>
            </a:r>
          </a:p>
          <a:p>
            <a:r>
              <a:rPr lang="en-US" sz="3200" dirty="0"/>
              <a:t>Systems</a:t>
            </a:r>
          </a:p>
          <a:p>
            <a:r>
              <a:rPr lang="en-US" sz="3200" dirty="0"/>
              <a:t>Networks</a:t>
            </a:r>
          </a:p>
          <a:p>
            <a:r>
              <a:rPr lang="en-US" sz="3200" dirty="0"/>
              <a:t>Data</a:t>
            </a:r>
            <a:br>
              <a:rPr lang="en-US" sz="3200" dirty="0"/>
            </a:br>
            <a:r>
              <a:rPr lang="en-US" sz="3200" dirty="0"/>
              <a:t>From attacks, unauthorized access, or damage.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5456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945C-E90B-9509-56EA-8D0A8BD0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Biometrics matters now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01ABD6-A1A5-FEA5-6E5A-20C8D75FC6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1668974"/>
            <a:ext cx="9614411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Passwords are weak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Identity theft is increasing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People reuse passwords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Biometric traits are unique</a:t>
            </a:r>
          </a:p>
        </p:txBody>
      </p:sp>
    </p:spTree>
    <p:extLst>
      <p:ext uri="{BB962C8B-B14F-4D97-AF65-F5344CB8AC3E}">
        <p14:creationId xmlns:p14="http://schemas.microsoft.com/office/powerpoint/2010/main" val="227395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6986-644A-638B-7054-5B10DE654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B9B0F-DF24-38D2-F08E-D61A42123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Traditional authentication has problems:</a:t>
            </a:r>
          </a:p>
          <a:p>
            <a:r>
              <a:rPr lang="en-US" sz="3600" dirty="0"/>
              <a:t>Easy to hack</a:t>
            </a:r>
          </a:p>
          <a:p>
            <a:r>
              <a:rPr lang="en-US" sz="3600" dirty="0"/>
              <a:t>Easy to forget</a:t>
            </a:r>
          </a:p>
          <a:p>
            <a:r>
              <a:rPr lang="en-US" sz="3600" dirty="0"/>
              <a:t>Easy to steal</a:t>
            </a:r>
          </a:p>
          <a:p>
            <a:r>
              <a:rPr lang="en-US" sz="3600" dirty="0"/>
              <a:t>Poor security in sensitive institutions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82861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73B3E-F184-0F87-EAC1-F017437A6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96E6B-A897-EA17-0A67-0C1AD6800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Biometrics aim to:</a:t>
            </a:r>
            <a:br>
              <a:rPr lang="en-US" sz="2800" dirty="0"/>
            </a:br>
            <a:r>
              <a:rPr lang="en-US" sz="2800" dirty="0"/>
              <a:t>✔ Strengthen access control</a:t>
            </a:r>
            <a:br>
              <a:rPr lang="en-US" sz="2800" dirty="0"/>
            </a:br>
            <a:r>
              <a:rPr lang="en-US" sz="2800" dirty="0"/>
              <a:t>✔ Reduce fraud</a:t>
            </a:r>
            <a:br>
              <a:rPr lang="en-US" sz="2800" dirty="0"/>
            </a:br>
            <a:r>
              <a:rPr lang="en-US" sz="2800" dirty="0"/>
              <a:t>✔ Improve user convenience</a:t>
            </a:r>
            <a:br>
              <a:rPr lang="en-US" sz="2800" dirty="0"/>
            </a:br>
            <a:r>
              <a:rPr lang="en-US" sz="2800" dirty="0"/>
              <a:t>✔ Enhance digital security</a:t>
            </a:r>
            <a:br>
              <a:rPr lang="en-US" sz="2800" dirty="0"/>
            </a:br>
            <a:r>
              <a:rPr lang="en-US" sz="2800" dirty="0"/>
              <a:t>✔ Support high-security sectors</a:t>
            </a:r>
          </a:p>
        </p:txBody>
      </p:sp>
    </p:spTree>
    <p:extLst>
      <p:ext uri="{BB962C8B-B14F-4D97-AF65-F5344CB8AC3E}">
        <p14:creationId xmlns:p14="http://schemas.microsoft.com/office/powerpoint/2010/main" val="361470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7F518-187C-7C9F-7231-D9A8203EC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25528"/>
            <a:ext cx="9905998" cy="1478570"/>
          </a:xfrm>
        </p:spPr>
        <p:txBody>
          <a:bodyPr/>
          <a:lstStyle/>
          <a:p>
            <a:r>
              <a:rPr lang="en-US" dirty="0"/>
              <a:t>How Biometric Systems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D7DD42-2EAD-275F-0F2F-FE455CC55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3001" y="1805792"/>
            <a:ext cx="570883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capture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Feature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Template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Matching &amp; decision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C50E88-F6FF-6588-5A3C-87610A3E1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643" y="1720840"/>
            <a:ext cx="5963687" cy="492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23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194C-F691-98EB-A2C9-7CE58B8B9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Biometric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13091B-8175-825B-8E7A-BA76AA71F7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6136" y="1967881"/>
            <a:ext cx="71501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Fingerprint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Facial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Iris scanning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Voice biometrics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Behavioral biometrics</a:t>
            </a:r>
          </a:p>
        </p:txBody>
      </p:sp>
    </p:spTree>
    <p:extLst>
      <p:ext uri="{BB962C8B-B14F-4D97-AF65-F5344CB8AC3E}">
        <p14:creationId xmlns:p14="http://schemas.microsoft.com/office/powerpoint/2010/main" val="34513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D641-1904-E24A-FD7E-F0267FC12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Innovation: Multi-Biometric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313B2-40D2-F11A-E814-5EAE63D4E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2592"/>
            <a:ext cx="10131425" cy="36491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Combines:</a:t>
            </a:r>
            <a:endParaRPr lang="en-US" sz="3200" dirty="0"/>
          </a:p>
          <a:p>
            <a:r>
              <a:rPr lang="en-US" sz="3200" dirty="0"/>
              <a:t>Fingerprint</a:t>
            </a:r>
          </a:p>
          <a:p>
            <a:r>
              <a:rPr lang="en-US" sz="3200" dirty="0"/>
              <a:t>Face</a:t>
            </a:r>
          </a:p>
          <a:p>
            <a:r>
              <a:rPr lang="en-US" sz="3200" dirty="0"/>
              <a:t>Voice</a:t>
            </a:r>
          </a:p>
          <a:p>
            <a:r>
              <a:rPr lang="en-US" sz="3200" dirty="0"/>
              <a:t>Behavior</a:t>
            </a:r>
            <a:br>
              <a:rPr lang="en-US" sz="3200" dirty="0"/>
            </a:br>
            <a:r>
              <a:rPr lang="en-US" sz="3200" b="1" dirty="0"/>
              <a:t>Powered by AI &amp; liveness detection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21758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62A0-F4AD-8096-33CF-DB3CD215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AI in Biometrics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3C214-D0E8-FBDE-C628-4C7F72A98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AI enables:</a:t>
            </a:r>
          </a:p>
          <a:p>
            <a:r>
              <a:rPr lang="en-US" sz="3200" dirty="0"/>
              <a:t>Faster recognition</a:t>
            </a:r>
          </a:p>
          <a:p>
            <a:r>
              <a:rPr lang="en-US" sz="3200" dirty="0"/>
              <a:t>Pattern analysis</a:t>
            </a:r>
          </a:p>
          <a:p>
            <a:r>
              <a:rPr lang="en-US" sz="3200" dirty="0"/>
              <a:t>Spoof detection</a:t>
            </a:r>
          </a:p>
          <a:p>
            <a:r>
              <a:rPr lang="en-US" sz="3200" dirty="0"/>
              <a:t>Improved accuracy</a:t>
            </a:r>
          </a:p>
          <a:p>
            <a:r>
              <a:rPr lang="en-US" sz="3200" dirty="0"/>
              <a:t>Deepfake resistance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45100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A433-EADC-6041-2061-1E67C4A9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Biometrics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A097A-4BD4-E049-B799-C962581F7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Unique to individuals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Fast &amp; convenient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Hard to steal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Reduces fraud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Widely applicable (banks, government, healthcare)</a:t>
            </a:r>
          </a:p>
        </p:txBody>
      </p:sp>
    </p:spTree>
    <p:extLst>
      <p:ext uri="{BB962C8B-B14F-4D97-AF65-F5344CB8AC3E}">
        <p14:creationId xmlns:p14="http://schemas.microsoft.com/office/powerpoint/2010/main" val="3454989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7C1FA-EAFD-B822-C2B0-67C40AEC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B53C-2CED-C7A9-49BD-E592A267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921B1-58CD-6C61-E0AD-54CCBD6CB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Privacy concerns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Biometric data theft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High setup cost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Technical issues (lighting, injuries)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Deepfake threats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8235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3899-8101-9BC9-E10D-D9AAE6FD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2104-C28A-5939-2BA3-DB8297BF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4A311-955F-045A-F74A-4244A97F8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1" y="2332567"/>
            <a:ext cx="10131425" cy="364913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Encrypt biometric templates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Use multiple biometrics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Use on-device storage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Strong policies &amp; compliance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AI-based liveness detection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6221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4AC8-9C12-5F09-B0B8-D7981873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BF69B-6852-FCDC-A0A4-440813920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484EB-25A4-20E0-BAE3-38DEA528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/>
              <a:t>More AI integration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Widespread adoption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Behavioral biometrics growth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Fewer passwords globally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600" dirty="0"/>
              <a:t>Advanced identity protection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02075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B96B-D4D7-169F-4CCE-9D5ED20A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C4137-0C06-4CED-3630-7F7DFA70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Biometrics =</a:t>
            </a:r>
            <a:br>
              <a:rPr lang="en-US" sz="3600" dirty="0"/>
            </a:br>
            <a:r>
              <a:rPr lang="en-US" sz="3600" dirty="0"/>
              <a:t>✔ Stronger security</a:t>
            </a:r>
            <a:br>
              <a:rPr lang="en-US" sz="3600" dirty="0"/>
            </a:br>
            <a:r>
              <a:rPr lang="en-US" sz="3600" dirty="0"/>
              <a:t>✔ Faster authentication</a:t>
            </a:r>
            <a:br>
              <a:rPr lang="en-US" sz="3600" dirty="0"/>
            </a:br>
            <a:r>
              <a:rPr lang="en-US" sz="3600" dirty="0"/>
              <a:t>✔ Better user experience</a:t>
            </a:r>
            <a:br>
              <a:rPr lang="en-US" sz="3600" dirty="0"/>
            </a:br>
            <a:r>
              <a:rPr lang="en-US" sz="3600" dirty="0"/>
              <a:t>✔ Future of cybersecurity</a:t>
            </a:r>
          </a:p>
        </p:txBody>
      </p:sp>
    </p:spTree>
    <p:extLst>
      <p:ext uri="{BB962C8B-B14F-4D97-AF65-F5344CB8AC3E}">
        <p14:creationId xmlns:p14="http://schemas.microsoft.com/office/powerpoint/2010/main" val="2668237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E1943-2E1C-13A6-2129-33EFCD824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1351492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080082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467</TotalTime>
  <Words>240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Celestial</vt:lpstr>
      <vt:lpstr>Biometrics &amp; Cybersecurity</vt:lpstr>
      <vt:lpstr>Introduction</vt:lpstr>
      <vt:lpstr>What are Biometrics?</vt:lpstr>
      <vt:lpstr>What is Cybersecurity?</vt:lpstr>
      <vt:lpstr>Why Biometrics matters now</vt:lpstr>
      <vt:lpstr>Problem Statement</vt:lpstr>
      <vt:lpstr>Innovation Objective</vt:lpstr>
      <vt:lpstr>How Biometric Systems work</vt:lpstr>
      <vt:lpstr>Types of Biometric Technologies</vt:lpstr>
      <vt:lpstr>Focus Innovation: Multi-Biometric Authentication</vt:lpstr>
      <vt:lpstr>Role of AI in Biometrics</vt:lpstr>
      <vt:lpstr>Advantages of Biometrics</vt:lpstr>
      <vt:lpstr>Challenges</vt:lpstr>
      <vt:lpstr>Recommendations</vt:lpstr>
      <vt:lpstr>Future Outlook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Biometrics &amp; Cybersecurity</dc:title>
  <dc:creator>Mary Ann Koome</dc:creator>
  <cp:lastModifiedBy>User</cp:lastModifiedBy>
  <cp:revision>4</cp:revision>
  <dcterms:created xsi:type="dcterms:W3CDTF">2025-12-10T10:31:22Z</dcterms:created>
  <dcterms:modified xsi:type="dcterms:W3CDTF">2025-12-18T15:59:13Z</dcterms:modified>
</cp:coreProperties>
</file>