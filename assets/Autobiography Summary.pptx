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44" y="4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11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29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93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01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6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80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28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5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8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9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58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IS HOW I BEGAN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Autobiography of Trevor Kimathi</a:t>
            </a:r>
          </a:p>
          <a:p>
            <a:r>
              <a:rPr dirty="0"/>
              <a:t>Navigating Complexity, Forged by Faith &amp; Technology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Follower of Christ • Thinker • Creator</a:t>
            </a:r>
          </a:p>
          <a:p>
            <a:r>
              <a:rPr sz="2800" dirty="0"/>
              <a:t>Faith as lens, curiosity as engine, contentment as </a:t>
            </a:r>
            <a:r>
              <a:rPr sz="2800" dirty="0" smtClean="0"/>
              <a:t>anchor</a:t>
            </a:r>
            <a:endParaRPr lang="en-US" sz="2800" dirty="0" smtClean="0"/>
          </a:p>
          <a:p>
            <a:r>
              <a:rPr lang="en-US" sz="2800" b="1" dirty="0" smtClean="0"/>
              <a:t>I </a:t>
            </a:r>
            <a:r>
              <a:rPr lang="en-US" sz="2800" b="1" dirty="0"/>
              <a:t>am a follower of Jesus Christ</a:t>
            </a:r>
            <a:r>
              <a:rPr lang="en-US" sz="2800" dirty="0"/>
              <a:t>. Every other passion; my profound curiosity, my intense love for technology, my stubborn need to understand things deeply and systemically branches from that unshakeable center. My faith is the lens through which I perceive order, beauty, and purpose in the world.</a:t>
            </a:r>
          </a:p>
          <a:p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/>
              <a:t>Blended family, constant relocation, resilience forged through movement and adaptation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Faith Turning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5400" dirty="0"/>
              <a:t>January 2022 – Faith became conviction, Christ the center of gravity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University Furnace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5400" dirty="0" err="1"/>
              <a:t>DeKUT</a:t>
            </a:r>
            <a:r>
              <a:rPr sz="5400" dirty="0"/>
              <a:t> journey, suspension, redirection, discipline through delay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800" dirty="0"/>
              <a:t>From 12 to 50 souls – leadership as service, humility, responsibility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Greatest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5400" dirty="0"/>
              <a:t>Procrastination – the thief of time, conquered through accountability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6000" dirty="0"/>
              <a:t>Contentment, Discipline, Integrity – purpose over pleasure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4400" dirty="0"/>
              <a:t>Solutions Architect </a:t>
            </a:r>
            <a:endParaRPr lang="en-US" sz="4400" dirty="0" smtClean="0"/>
          </a:p>
          <a:p>
            <a:r>
              <a:rPr sz="4400" dirty="0" smtClean="0"/>
              <a:t> </a:t>
            </a:r>
            <a:r>
              <a:rPr sz="4400" dirty="0"/>
              <a:t>Ministry </a:t>
            </a:r>
            <a:endParaRPr lang="en-US" sz="4400" dirty="0" smtClean="0"/>
          </a:p>
          <a:p>
            <a:r>
              <a:rPr sz="4400" dirty="0" smtClean="0"/>
              <a:t> </a:t>
            </a:r>
            <a:r>
              <a:rPr sz="4400" dirty="0"/>
              <a:t>Financial, Intellectual &amp; Spiritual independence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5400" dirty="0"/>
              <a:t>Refined by fire, sustained by grace – ready for impact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4</TotalTime>
  <Words>197</Words>
  <Application>Microsoft Office PowerPoint</Application>
  <PresentationFormat>On-screen Show (4:3)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Corbel</vt:lpstr>
      <vt:lpstr>Wingdings</vt:lpstr>
      <vt:lpstr>Banded</vt:lpstr>
      <vt:lpstr>THIS IS HOW I BEGAN</vt:lpstr>
      <vt:lpstr>Central Identity</vt:lpstr>
      <vt:lpstr>Early Life</vt:lpstr>
      <vt:lpstr>Faith Turning Point</vt:lpstr>
      <vt:lpstr>University Furnace</vt:lpstr>
      <vt:lpstr>Leadership</vt:lpstr>
      <vt:lpstr>Greatest Challenge</vt:lpstr>
      <vt:lpstr>Core Values</vt:lpstr>
      <vt:lpstr>Vision Ahead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HOW I BEGAN</dc:title>
  <dc:subject/>
  <dc:creator>T Waicungo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2025-12-18T16:02:54Z</dcterms:modified>
  <cp:category/>
</cp:coreProperties>
</file>